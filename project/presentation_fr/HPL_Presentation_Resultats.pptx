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Configuration Expérimentale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/>
            </a:pPr>
            <a:r>
              <a:t>Plateforme de Test</a:t>
            </a:r>
          </a:p>
          <a:p>
            <a:pPr>
              <a:spcAft>
                <a:spcPts val="600"/>
              </a:spcAft>
              <a:defRPr sz="1800"/>
            </a:pPr>
            <a:r>
              <a:t>• Machine : ASUS Zephyrus G14 (2020)</a:t>
            </a:r>
          </a:p>
          <a:p>
            <a:pPr>
              <a:spcAft>
                <a:spcPts val="600"/>
              </a:spcAft>
              <a:defRPr sz="1800"/>
            </a:pPr>
            <a:r>
              <a:t>• CPU : AMD Ryzen 9 4900HS (8 coeurs / 16 threads)</a:t>
            </a:r>
          </a:p>
          <a:p>
            <a:pPr>
              <a:spcAft>
                <a:spcPts val="600"/>
              </a:spcAft>
              <a:defRPr sz="1800"/>
            </a:pPr>
            <a:r>
              <a:t>• RAM : 32 Go</a:t>
            </a:r>
          </a:p>
          <a:p>
            <a:pPr>
              <a:spcAft>
                <a:spcPts val="600"/>
              </a:spcAft>
              <a:defRPr sz="1800"/>
            </a:pPr>
            <a:r>
              <a:t>• OS : Ubuntu 22.04 via WSL2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Logiciels</a:t>
            </a:r>
          </a:p>
          <a:p>
            <a:pPr>
              <a:spcAft>
                <a:spcPts val="600"/>
              </a:spcAft>
              <a:defRPr sz="1800"/>
            </a:pPr>
            <a:r>
              <a:t>• HPL version 2.3</a:t>
            </a:r>
          </a:p>
          <a:p>
            <a:pPr>
              <a:spcAft>
                <a:spcPts val="600"/>
              </a:spcAft>
              <a:defRPr sz="1800"/>
            </a:pPr>
            <a:r>
              <a:t>• OpenMPI (communication inter-processus)</a:t>
            </a:r>
          </a:p>
          <a:p>
            <a:pPr>
              <a:spcAft>
                <a:spcPts val="600"/>
              </a:spcAft>
              <a:defRPr sz="1800"/>
            </a:pPr>
            <a:r>
              <a:t>• OpenBLAS (bibliotheque BLAS)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Parametres HPL</a:t>
            </a:r>
          </a:p>
          <a:p>
            <a:pPr>
              <a:spcAft>
                <a:spcPts val="600"/>
              </a:spcAft>
              <a:defRPr sz="1800"/>
            </a:pPr>
            <a:r>
              <a:t>• NB = 128 et 192 (tailles de bloc testees)</a:t>
            </a:r>
          </a:p>
          <a:p>
            <a:pPr>
              <a:spcAft>
                <a:spcPts val="600"/>
              </a:spcAft>
              <a:defRPr sz="1800"/>
            </a:pPr>
            <a:r>
              <a:t>• P x Q = 2 x 4 (grille de 8 processus)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Resultats des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/>
            </a:pPr>
            <a:r>
              <a:t>Tableau des Resultats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• N=10 000, NB=192 : 15.7 GFLOPS (42s) - VALIDE</a:t>
            </a:r>
          </a:p>
          <a:p>
            <a:pPr>
              <a:spcAft>
                <a:spcPts val="600"/>
              </a:spcAft>
              <a:defRPr sz="1800"/>
            </a:pPr>
            <a:r>
              <a:t>• N=20 000, NB=192 : 41.0 GFLOPS (2min 10s) - VALIDE</a:t>
            </a:r>
          </a:p>
          <a:p>
            <a:pPr>
              <a:spcAft>
                <a:spcPts val="600"/>
              </a:spcAft>
              <a:defRPr sz="1800"/>
            </a:pPr>
            <a:r>
              <a:t>• N=30 000, NB=192 : 38.2 GFLOPS (7min 51s) - VALIDE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• N=30 000, NB=128 : 44.2 GFLOPS (6min 48s) - MEILLEUR!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Observations Cles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Tous les tests VALIDES (PASSED)</a:t>
            </a:r>
          </a:p>
          <a:p>
            <a:pPr>
              <a:spcAft>
                <a:spcPts val="600"/>
              </a:spcAft>
              <a:defRPr sz="1800"/>
            </a:pPr>
            <a:r>
              <a:t>• GFLOPS augmente avec N (meilleur ratio calcul/comm.)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Baisse a N=30K/NB=192 due au thermal throttling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Tuning NB: +15.6% avec NB=128 vs NB=192</a:t>
            </a:r>
          </a:p>
        </p:txBody>
      </p:sp>
      <p:pic>
        <p:nvPicPr>
          <p:cNvPr id="5" name="Picture 4" descr="graphique4_tabl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1916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Evolution de la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/>
            </a:pPr>
            <a:r>
              <a:t>Tendance Observee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• N=10K : 15.7 GFLOPS (reference)</a:t>
            </a:r>
          </a:p>
          <a:p>
            <a:pPr>
              <a:spcAft>
                <a:spcPts val="600"/>
              </a:spcAft>
              <a:defRPr sz="1800"/>
            </a:pPr>
            <a:r>
              <a:t>• N=20K : 41.0 GFLOPS (+161%)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N=30K, NB=192 : 38.2 GFLOPS (throttling)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• N=30K, NB=128 : 44.2 GFLOPS (optimise)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Explication</a:t>
            </a:r>
          </a:p>
          <a:p>
            <a:pPr>
              <a:spcAft>
                <a:spcPts val="600"/>
              </a:spcAft>
              <a:defRPr sz="1800"/>
            </a:pPr>
            <a:r>
              <a:t>• Plus N est grand, meilleur ratio calcul/comm.</a:t>
            </a:r>
          </a:p>
          <a:p>
            <a:pPr>
              <a:spcAft>
                <a:spcPts val="600"/>
              </a:spcAft>
              <a:defRPr sz="1800"/>
            </a:pPr>
            <a:r>
              <a:t>• Le tuning de NB recupere +15.6% de perf.</a:t>
            </a:r>
          </a:p>
          <a:p>
            <a:pPr>
              <a:spcAft>
                <a:spcPts val="600"/>
              </a:spcAft>
              <a:defRPr sz="1800"/>
            </a:pPr>
            <a:r>
              <a:t>• Thermal throttling apres ~5min de calcul</a:t>
            </a:r>
          </a:p>
        </p:txBody>
      </p:sp>
      <p:pic>
        <p:nvPicPr>
          <p:cNvPr id="5" name="Picture 4" descr="graphique3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2957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Analyse de l'Efficacite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/>
            </a:pPr>
            <a:r>
              <a:t>Calcul de l'Efficacite</a:t>
            </a:r>
          </a:p>
          <a:p>
            <a:pPr>
              <a:spcAft>
                <a:spcPts val="600"/>
              </a:spcAft>
              <a:defRPr sz="1800"/>
            </a:pPr>
            <a:r>
              <a:t>• Efficacite = GFLOPS obtenus / GFLOPS theoriques x 100%</a:t>
            </a:r>
          </a:p>
          <a:p>
            <a:pPr>
              <a:spcAft>
                <a:spcPts val="600"/>
              </a:spcAft>
              <a:defRPr sz="1800"/>
            </a:pPr>
            <a:r>
              <a:t>• Pic theorique Ryzen 9: ~400 GFLOPS (estimation)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Meilleur resultat: 44.2 GFLOPS = Efficacite ~11%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Pourquoi seulement 11% ?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WSL2: overhead de virtualisation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OpenBLAS: moins optimise qu'Intel MKL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Laptop: limites thermiques vs serveur HPC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Reference</a:t>
            </a:r>
          </a:p>
          <a:p>
            <a:pPr>
              <a:spcAft>
                <a:spcPts val="600"/>
              </a:spcAft>
              <a:defRPr sz="1800"/>
            </a:pPr>
            <a:r>
              <a:t>• Sur cluster HPC reel: 70-85% d'efficacite attendue</a:t>
            </a:r>
          </a:p>
        </p:txBody>
      </p:sp>
      <p:pic>
        <p:nvPicPr>
          <p:cNvPr id="5" name="Picture 4" descr="graphique5_efficac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42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Observations et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/>
            </a:pPr>
            <a:r>
              <a:t>Ce Qui Fonctionne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• Performance scale avec N jusqu'aux limites thermiques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• Tous les tests passent la validation numerique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• Resultats reproductibles et coherents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• Le tuning NB ameliore significativement les perfs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Limites de Notre Setup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WSL2: couche de virtualisation = overhead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Laptop: refroidissement limite = throttling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OpenBLAS: pas optimise pour AMD Ryzen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Pour Ameliorer</a:t>
            </a:r>
          </a:p>
          <a:p>
            <a:pPr>
              <a:spcAft>
                <a:spcPts val="600"/>
              </a:spcAft>
              <a:defRPr sz="1800"/>
            </a:pPr>
            <a:r>
              <a:t>• Cluster HPC dedie avec refroidissement adapte</a:t>
            </a:r>
          </a:p>
          <a:p>
            <a:pPr>
              <a:spcAft>
                <a:spcPts val="600"/>
              </a:spcAft>
              <a:defRPr sz="1800"/>
            </a:pPr>
            <a:r>
              <a:t>• Intel MKL ou AMD BLIS (bibliotheques optimisees)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800"/>
            </a:pPr>
            <a:r>
              <a:t>Ce Qu'on Retient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HPL mesure les GFLOPS via resolution de Ax = b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Algorithme: Decomposition LU avec pivotage partiel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Parallelisation: Distribution 2D block-cyclic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Nos resultats: Valides, coherents avec la theorie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Meilleur Resultat</a:t>
            </a:r>
          </a:p>
          <a:p>
            <a:pPr>
              <a:spcAft>
                <a:spcPts val="600"/>
              </a:spcAft>
              <a:defRPr b="1" sz="1800">
                <a:solidFill>
                  <a:srgbClr val="27AE60"/>
                </a:solidFill>
              </a:defRPr>
            </a:pPr>
            <a:r>
              <a:t>44.2 GFLOPS avec N=30 000 et NB=128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b="1" sz="1800"/>
            </a:pPr>
            <a:r>
              <a:t>Tendance Cle</a:t>
            </a:r>
          </a:p>
          <a:p>
            <a:pPr>
              <a:spcAft>
                <a:spcPts val="600"/>
              </a:spcAft>
              <a:defRPr sz="1800"/>
            </a:pPr>
            <a:r>
              <a:t>• GFLOPS augmente avec N (meilleur ratio calcul/comm.)</a:t>
            </a:r>
          </a:p>
          <a:p>
            <a:pPr>
              <a:spcAft>
                <a:spcPts val="600"/>
              </a:spcAft>
              <a:defRPr sz="1800"/>
            </a:pPr>
            <a:r>
              <a:t>• Le tuning des parametres est important (+15.6%)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